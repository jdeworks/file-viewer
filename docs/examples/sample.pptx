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3040"/>
                </a:solidFill>
              </a:rPr>
              <a:t>Hello, File Viewer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5060"/>
                </a:solidFill>
              </a:rPr>
              <a:t>A vendored, client-only PowerPoint deck.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040"/>
                </a:solidFill>
              </a:rPr>
              <a:t>Second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04050"/>
                </a:solidFill>
              </a:rPr>
              <a:t>Renders fully in your browser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04050"/>
                </a:solidFill>
              </a:rPr>
              <a:t>No upload, no server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04050"/>
                </a:solidFill>
              </a:rPr>
              <a:t>Powered by pptxviewjs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0" y="3200400"/>
            <a:ext cx="2286000" cy="1371600"/>
          </a:xfrm>
          <a:prstGeom prst="rect">
            <a:avLst/>
          </a:prstGeom>
          <a:solidFill>
            <a:srgbClr val="4C9A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Viewer Sample Deck</dc:title>
  <dc:subject>PptxGenJS Presentation</dc:subject>
  <dc:creator>file-viewer</dc:creator>
  <cp:lastModifiedBy>file-viewer</cp:lastModifiedBy>
  <cp:revision>1</cp:revision>
  <dcterms:created xsi:type="dcterms:W3CDTF">2026-06-13T07:37:10Z</dcterms:created>
  <dcterms:modified xsi:type="dcterms:W3CDTF">2026-06-13T07:37:10Z</dcterms:modified>
</cp:coreProperties>
</file>